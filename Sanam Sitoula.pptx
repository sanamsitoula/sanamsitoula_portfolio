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1" r:id="rId3"/>
    <p:sldId id="259" r:id="rId4"/>
    <p:sldId id="257" r:id="rId5"/>
    <p:sldId id="263" r:id="rId6"/>
    <p:sldId id="265" r:id="rId7"/>
    <p:sldId id="266" r:id="rId8"/>
    <p:sldId id="267" r:id="rId9"/>
    <p:sldId id="272" r:id="rId10"/>
    <p:sldId id="273" r:id="rId11"/>
    <p:sldId id="268" r:id="rId12"/>
    <p:sldId id="269" r:id="rId13"/>
    <p:sldId id="270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70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00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7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4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982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03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74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7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722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15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4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2789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75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1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99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44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7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45303FB-CD74-42B4-B9F7-76F6004BEF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25113-8C8F-481A-A1A4-6E18F8EE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532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linkedin.com/in/sanam-sitoula-35438a122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nakedu.org.np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nepalbank.com.np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company/analogueinc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cebook.com/danfesolution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ybernetics.com.np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lboardplanet.com/BBPNew/Home.html" TargetMode="External"/><Relationship Id="rId2" Type="http://schemas.openxmlformats.org/officeDocument/2006/relationships/hyperlink" Target="http://percoidit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lboardplanet.com/BBPNew/Home.html" TargetMode="External"/><Relationship Id="rId2" Type="http://schemas.openxmlformats.org/officeDocument/2006/relationships/hyperlink" Target="http://percoidit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mixerp/about/" TargetMode="External"/><Relationship Id="rId2" Type="http://schemas.openxmlformats.org/officeDocument/2006/relationships/hyperlink" Target="http://percoidit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nam-sitoula-35438a122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784" y="735068"/>
            <a:ext cx="6468272" cy="1583258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Sanam</a:t>
            </a:r>
            <a:r>
              <a:rPr lang="en-US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Sitoula</a:t>
            </a:r>
            <a:r>
              <a:rPr lang="en-US" sz="3200" i="1" dirty="0" smtClean="0">
                <a:solidFill>
                  <a:schemeClr val="accent3"/>
                </a:solidFill>
              </a:rPr>
              <a:t/>
            </a:r>
            <a:br>
              <a:rPr lang="en-US" sz="3200" i="1" dirty="0" smtClean="0">
                <a:solidFill>
                  <a:schemeClr val="accent3"/>
                </a:solidFill>
              </a:rPr>
            </a:br>
            <a:r>
              <a:rPr lang="en-US" sz="3200" i="1" dirty="0" err="1" smtClean="0"/>
              <a:t>Kathmandu,Nepal</a:t>
            </a:r>
            <a:r>
              <a:rPr lang="en-US" sz="3200" i="1" dirty="0" smtClean="0"/>
              <a:t/>
            </a:r>
            <a:br>
              <a:rPr lang="en-US" sz="3200" i="1" dirty="0" smtClean="0"/>
            </a:br>
            <a:r>
              <a:rPr lang="en-US" sz="3200" i="1" dirty="0" smtClean="0"/>
              <a:t>Ready to re-locate all over India</a:t>
            </a:r>
            <a:br>
              <a:rPr lang="en-US" sz="3200" i="1" dirty="0" smtClean="0"/>
            </a:br>
            <a:endParaRPr lang="en-US" sz="32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784" y="2055865"/>
            <a:ext cx="6883907" cy="4802136"/>
          </a:xfrm>
        </p:spPr>
        <p:txBody>
          <a:bodyPr>
            <a:normAutofit fontScale="92500" lnSpcReduction="10000"/>
          </a:bodyPr>
          <a:lstStyle/>
          <a:p>
            <a:pPr fontAlgn="auto"/>
            <a:r>
              <a:rPr lang="en-US" cap="none" dirty="0" err="1" smtClean="0">
                <a:solidFill>
                  <a:schemeClr val="tx1"/>
                </a:solidFill>
              </a:rPr>
              <a:t>Sanam.ctaula@gmail.Com</a:t>
            </a:r>
            <a:endParaRPr lang="en-US" cap="none" dirty="0" smtClean="0">
              <a:solidFill>
                <a:schemeClr val="tx1"/>
              </a:solidFill>
            </a:endParaRPr>
          </a:p>
          <a:p>
            <a:pPr fontAlgn="auto"/>
            <a:r>
              <a:rPr lang="en-US" cap="none" dirty="0" smtClean="0">
                <a:solidFill>
                  <a:schemeClr val="tx1"/>
                </a:solidFill>
              </a:rPr>
              <a:t>+9779860793050</a:t>
            </a:r>
          </a:p>
          <a:p>
            <a:pPr fontAlgn="auto"/>
            <a:r>
              <a:rPr lang="en-US" cap="none" dirty="0" smtClean="0">
                <a:solidFill>
                  <a:schemeClr val="tx1"/>
                </a:solidFill>
              </a:rPr>
              <a:t>LinkedIn Profile </a:t>
            </a:r>
            <a:r>
              <a:rPr lang="en-US" cap="none" dirty="0" smtClean="0">
                <a:solidFill>
                  <a:schemeClr val="tx1"/>
                </a:solidFill>
                <a:hlinkClick r:id="rId2"/>
              </a:rPr>
              <a:t>( CLICK HERE ) </a:t>
            </a:r>
            <a:endParaRPr lang="en-US" cap="none" dirty="0" smtClean="0">
              <a:solidFill>
                <a:schemeClr val="tx1"/>
              </a:solidFill>
            </a:endParaRPr>
          </a:p>
          <a:p>
            <a:pPr fontAlgn="auto"/>
            <a:endParaRPr lang="en-US" cap="none" dirty="0">
              <a:solidFill>
                <a:schemeClr val="tx1"/>
              </a:solidFill>
            </a:endParaRPr>
          </a:p>
          <a:p>
            <a:pPr fontAlgn="auto"/>
            <a:endParaRPr lang="en-US" cap="none" dirty="0" smtClean="0">
              <a:solidFill>
                <a:schemeClr val="tx1"/>
              </a:solidFill>
            </a:endParaRPr>
          </a:p>
          <a:p>
            <a:pPr fontAlgn="auto"/>
            <a:r>
              <a:rPr lang="en-US" b="1" cap="none" dirty="0" smtClean="0">
                <a:solidFill>
                  <a:schemeClr val="tx1"/>
                </a:solidFill>
              </a:rPr>
              <a:t>Experience Domains</a:t>
            </a:r>
          </a:p>
          <a:p>
            <a:pPr marL="342900" indent="-342900" fontAlgn="auto">
              <a:buFont typeface="Arial" panose="020B0604020202020204" pitchFamily="34" charset="0"/>
              <a:buChar char="•"/>
            </a:pPr>
            <a:r>
              <a:rPr lang="en-US" cap="none" dirty="0" smtClean="0">
                <a:solidFill>
                  <a:schemeClr val="tx1"/>
                </a:solidFill>
              </a:rPr>
              <a:t>Banking</a:t>
            </a:r>
          </a:p>
          <a:p>
            <a:pPr marL="342900" indent="-342900" fontAlgn="auto">
              <a:buFont typeface="Arial" panose="020B0604020202020204" pitchFamily="34" charset="0"/>
              <a:buChar char="•"/>
            </a:pPr>
            <a:r>
              <a:rPr lang="en-US" cap="none" dirty="0" smtClean="0">
                <a:solidFill>
                  <a:schemeClr val="tx1"/>
                </a:solidFill>
              </a:rPr>
              <a:t>Customer Relationship Management</a:t>
            </a:r>
          </a:p>
          <a:p>
            <a:pPr marL="342900" indent="-342900" fontAlgn="auto">
              <a:buFont typeface="Arial" panose="020B0604020202020204" pitchFamily="34" charset="0"/>
              <a:buChar char="•"/>
            </a:pPr>
            <a:r>
              <a:rPr lang="en-US" cap="none" dirty="0" smtClean="0">
                <a:solidFill>
                  <a:schemeClr val="tx1"/>
                </a:solidFill>
              </a:rPr>
              <a:t>Hospitality</a:t>
            </a:r>
          </a:p>
          <a:p>
            <a:pPr marL="342900" indent="-342900" fontAlgn="auto">
              <a:buFont typeface="Arial" panose="020B0604020202020204" pitchFamily="34" charset="0"/>
              <a:buChar char="•"/>
            </a:pPr>
            <a:r>
              <a:rPr lang="en-US" cap="none" dirty="0" smtClean="0">
                <a:solidFill>
                  <a:schemeClr val="tx1"/>
                </a:solidFill>
              </a:rPr>
              <a:t>Medical</a:t>
            </a:r>
          </a:p>
          <a:p>
            <a:pPr marL="342900" indent="-342900" fontAlgn="auto">
              <a:buFont typeface="Arial" panose="020B0604020202020204" pitchFamily="34" charset="0"/>
              <a:buChar char="•"/>
            </a:pPr>
            <a:r>
              <a:rPr lang="en-US" cap="none" dirty="0" smtClean="0">
                <a:solidFill>
                  <a:schemeClr val="tx1"/>
                </a:solidFill>
              </a:rPr>
              <a:t>Educational Institutions</a:t>
            </a:r>
          </a:p>
          <a:p>
            <a:pPr marL="342900" indent="-342900" fontAlgn="auto">
              <a:buFont typeface="Arial" panose="020B0604020202020204" pitchFamily="34" charset="0"/>
              <a:buChar char="•"/>
            </a:pPr>
            <a:r>
              <a:rPr lang="en-US" cap="none" dirty="0" smtClean="0">
                <a:solidFill>
                  <a:schemeClr val="tx1"/>
                </a:solidFill>
              </a:rPr>
              <a:t>Production and Manufacturing  Plants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398" y="1"/>
            <a:ext cx="49616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4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07" y="176399"/>
            <a:ext cx="9404723" cy="1400530"/>
          </a:xfrm>
        </p:spPr>
        <p:txBody>
          <a:bodyPr/>
          <a:lstStyle/>
          <a:p>
            <a:r>
              <a:rPr lang="en-US" sz="44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06" y="1427300"/>
            <a:ext cx="10667511" cy="474905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Having </a:t>
            </a:r>
            <a:r>
              <a:rPr lang="en-US" dirty="0" smtClean="0"/>
              <a:t>7+ </a:t>
            </a:r>
            <a:r>
              <a:rPr lang="en-US" dirty="0"/>
              <a:t>years of experience in different domains ( Hospitality, Medical , Banking and Customer Service ) and delivering enterprise-level applications and providing value to the clients from startups to corporate. I have a limited and humble specialization in software development team management &amp; being extrovert in nature. I strongly believe that I can well understand the customer needs and given appropriate motivation, time and resource, I can do anything</a:t>
            </a:r>
          </a:p>
        </p:txBody>
      </p:sp>
    </p:spTree>
    <p:extLst>
      <p:ext uri="{BB962C8B-B14F-4D97-AF65-F5344CB8AC3E}">
        <p14:creationId xmlns:p14="http://schemas.microsoft.com/office/powerpoint/2010/main" val="122391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648" y="814780"/>
            <a:ext cx="10074825" cy="5499366"/>
          </a:xfrm>
        </p:spPr>
        <p:txBody>
          <a:bodyPr>
            <a:normAutofit/>
          </a:bodyPr>
          <a:lstStyle/>
          <a:p>
            <a:pPr marL="0" indent="0" fontAlgn="auto">
              <a:buNone/>
            </a:pPr>
            <a:r>
              <a:rPr lang="en-US" sz="1600" b="1" dirty="0"/>
              <a:t>Role:  </a:t>
            </a:r>
            <a:r>
              <a:rPr lang="en-US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Project Manager - </a:t>
            </a:r>
            <a:r>
              <a:rPr lang="en-US" sz="16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ERP</a:t>
            </a:r>
            <a:endParaRPr lang="en-US" sz="16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0" indent="0" fontAlgn="auto">
              <a:buNone/>
            </a:pPr>
            <a:r>
              <a:rPr lang="en-US" sz="1600" b="1" dirty="0"/>
              <a:t>Company Name: </a:t>
            </a:r>
            <a:r>
              <a:rPr lang="en-US" sz="1600" dirty="0" err="1"/>
              <a:t>Janak</a:t>
            </a:r>
            <a:r>
              <a:rPr lang="en-US" sz="1600" dirty="0"/>
              <a:t> Education Materials Company Limited </a:t>
            </a:r>
            <a:r>
              <a:rPr lang="en-US" sz="1600" dirty="0" smtClean="0">
                <a:hlinkClick r:id="rId2"/>
              </a:rPr>
              <a:t>(</a:t>
            </a:r>
            <a:r>
              <a:rPr lang="en-US" sz="1600" dirty="0">
                <a:hlinkClick r:id="rId2"/>
              </a:rPr>
              <a:t>Click Here</a:t>
            </a:r>
            <a:r>
              <a:rPr lang="en-US" sz="1600" dirty="0" smtClean="0">
                <a:hlinkClick r:id="rId2"/>
              </a:rPr>
              <a:t>)</a:t>
            </a:r>
            <a:endParaRPr lang="en-US" sz="1600" dirty="0" smtClean="0"/>
          </a:p>
          <a:p>
            <a:pPr marL="0" indent="0" fontAlgn="auto">
              <a:buNone/>
            </a:pPr>
            <a:r>
              <a:rPr lang="en-US" sz="1600" b="1" dirty="0" smtClean="0"/>
              <a:t>Company Profile: </a:t>
            </a:r>
            <a:r>
              <a:rPr lang="en-US" sz="1600" dirty="0" smtClean="0"/>
              <a:t>Production and Manufacturing company which aim is </a:t>
            </a:r>
            <a:r>
              <a:rPr lang="en-US" sz="1600" dirty="0"/>
              <a:t>to provide qualitative study material in digital and physical form at an affordable price to the students of every nook and corner of the nation.</a:t>
            </a:r>
          </a:p>
          <a:p>
            <a:pPr marL="0" indent="0" fontAlgn="auto">
              <a:buNone/>
            </a:pPr>
            <a:r>
              <a:rPr lang="en-US" sz="1600" b="1" dirty="0"/>
              <a:t>Duration: </a:t>
            </a:r>
            <a:r>
              <a:rPr lang="en-US" sz="1600" dirty="0" smtClean="0"/>
              <a:t>April 2022 </a:t>
            </a:r>
            <a:r>
              <a:rPr lang="en-US" sz="1600" dirty="0"/>
              <a:t>– Present </a:t>
            </a:r>
            <a:endParaRPr lang="en-US" sz="1600" dirty="0" smtClean="0"/>
          </a:p>
          <a:p>
            <a:pPr marL="0" indent="0" fontAlgn="auto">
              <a:buNone/>
            </a:pPr>
            <a:endParaRPr lang="en-US" sz="1600" i="1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fontAlgn="auto">
              <a:buNone/>
            </a:pPr>
            <a:r>
              <a:rPr lang="en-US" sz="1600" i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Job </a:t>
            </a:r>
            <a:r>
              <a:rPr lang="en-US" sz="16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Description</a:t>
            </a:r>
          </a:p>
          <a:p>
            <a:r>
              <a:rPr lang="en-US" sz="1600" dirty="0" smtClean="0"/>
              <a:t>Preparing </a:t>
            </a:r>
            <a:r>
              <a:rPr lang="en-US" sz="1600" dirty="0"/>
              <a:t>the ICT framework for overall managerial work in the </a:t>
            </a:r>
            <a:r>
              <a:rPr lang="en-US" sz="1600" dirty="0" smtClean="0"/>
              <a:t>organization</a:t>
            </a:r>
            <a:endParaRPr lang="en-US" sz="1600" dirty="0"/>
          </a:p>
          <a:p>
            <a:r>
              <a:rPr lang="en-US" sz="1600" dirty="0"/>
              <a:t>Providing training to managerial staff regarding different applications</a:t>
            </a:r>
          </a:p>
          <a:p>
            <a:r>
              <a:rPr lang="en-US" sz="1600" dirty="0"/>
              <a:t>Overlook all the </a:t>
            </a:r>
            <a:r>
              <a:rPr lang="en-US" sz="1600" dirty="0" smtClean="0"/>
              <a:t>organization </a:t>
            </a:r>
            <a:r>
              <a:rPr lang="en-US" sz="1600" dirty="0"/>
              <a:t>application and fix the issues if arises</a:t>
            </a:r>
          </a:p>
          <a:p>
            <a:r>
              <a:rPr lang="en-US" sz="1600" dirty="0"/>
              <a:t>Implement the business logic in the </a:t>
            </a:r>
            <a:r>
              <a:rPr lang="en-US" sz="1600" dirty="0" smtClean="0"/>
              <a:t>applications doing business reengineering</a:t>
            </a:r>
          </a:p>
          <a:p>
            <a:r>
              <a:rPr lang="en-US" sz="1600" dirty="0" smtClean="0"/>
              <a:t>Preparing report based on different department requirements</a:t>
            </a:r>
          </a:p>
          <a:p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57648" y="206281"/>
            <a:ext cx="5850418" cy="506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Work Experience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33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96" y="864524"/>
            <a:ext cx="10149840" cy="5735781"/>
          </a:xfrm>
        </p:spPr>
        <p:txBody>
          <a:bodyPr>
            <a:normAutofit lnSpcReduction="10000"/>
          </a:bodyPr>
          <a:lstStyle/>
          <a:p>
            <a:pPr marL="0" indent="0" fontAlgn="auto">
              <a:buNone/>
            </a:pPr>
            <a:r>
              <a:rPr lang="en-US" sz="1600" b="1" dirty="0" smtClean="0"/>
              <a:t>Role:  </a:t>
            </a:r>
            <a:r>
              <a:rPr lang="en-US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Digital </a:t>
            </a: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Banking </a:t>
            </a:r>
            <a:r>
              <a:rPr lang="en-US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Associate</a:t>
            </a:r>
          </a:p>
          <a:p>
            <a:pPr marL="0" indent="0" fontAlgn="auto">
              <a:buNone/>
            </a:pPr>
            <a:r>
              <a:rPr lang="en-US" sz="1600" b="1" dirty="0" smtClean="0"/>
              <a:t>Company Name: </a:t>
            </a:r>
            <a:r>
              <a:rPr lang="en-US" sz="1600" dirty="0" smtClean="0"/>
              <a:t>Nepal </a:t>
            </a:r>
            <a:r>
              <a:rPr lang="en-US" sz="1600" dirty="0"/>
              <a:t>Bank </a:t>
            </a:r>
            <a:r>
              <a:rPr lang="en-US" sz="1600" dirty="0" smtClean="0"/>
              <a:t>limited </a:t>
            </a:r>
            <a:r>
              <a:rPr lang="en-US" sz="1600" dirty="0" smtClean="0">
                <a:hlinkClick r:id="rId2"/>
              </a:rPr>
              <a:t>(Click Here)</a:t>
            </a:r>
            <a:endParaRPr lang="en-US" sz="1600" dirty="0"/>
          </a:p>
          <a:p>
            <a:pPr marL="0" indent="0" fontAlgn="auto">
              <a:buNone/>
            </a:pPr>
            <a:r>
              <a:rPr lang="en-US" sz="1600" b="1" dirty="0" smtClean="0"/>
              <a:t>Duration: </a:t>
            </a:r>
            <a:r>
              <a:rPr lang="en-US" sz="1600" dirty="0" smtClean="0"/>
              <a:t>Jun 2020 –March 2022</a:t>
            </a:r>
          </a:p>
          <a:p>
            <a:pPr marL="0" indent="0" fontAlgn="auto">
              <a:buNone/>
            </a:pPr>
            <a:r>
              <a:rPr lang="en-US" sz="1600" b="1" dirty="0" smtClean="0"/>
              <a:t>Company </a:t>
            </a:r>
            <a:r>
              <a:rPr lang="en-US" sz="1600" b="1" dirty="0"/>
              <a:t>Profile: </a:t>
            </a:r>
            <a:r>
              <a:rPr lang="en-US" sz="1700" dirty="0"/>
              <a:t>Nepal Bank Limited (</a:t>
            </a:r>
            <a:r>
              <a:rPr lang="en-US" sz="1700" dirty="0" err="1"/>
              <a:t>NBL</a:t>
            </a:r>
            <a:r>
              <a:rPr lang="en-US" sz="1700" dirty="0"/>
              <a:t>) , the </a:t>
            </a:r>
            <a:r>
              <a:rPr lang="en-US" sz="1700" b="1" dirty="0"/>
              <a:t>first</a:t>
            </a:r>
            <a:r>
              <a:rPr lang="en-US" sz="1700" dirty="0"/>
              <a:t> bank of Nepal </a:t>
            </a:r>
            <a:r>
              <a:rPr lang="en-US" sz="1700" dirty="0" smtClean="0"/>
              <a:t>which </a:t>
            </a:r>
            <a:r>
              <a:rPr lang="en-US" sz="1700" dirty="0"/>
              <a:t>aim is </a:t>
            </a:r>
            <a:r>
              <a:rPr lang="en-US" sz="1700" dirty="0" smtClean="0"/>
              <a:t>to collaborates </a:t>
            </a:r>
            <a:r>
              <a:rPr lang="en-US" sz="1700" dirty="0"/>
              <a:t>with its customers while designing, developing, and delivering banking solutions to satisfy the interest of all stakeholders by efficiently leveraging cutting-edge technology. </a:t>
            </a:r>
            <a:endParaRPr lang="en-US" sz="1700" i="1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fontAlgn="auto">
              <a:buNone/>
            </a:pPr>
            <a:endParaRPr lang="en-US" sz="1600" i="1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fontAlgn="auto">
              <a:buNone/>
            </a:pPr>
            <a:r>
              <a:rPr lang="en-US" sz="1600" i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Job </a:t>
            </a:r>
            <a:r>
              <a:rPr lang="en-US" sz="16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Description</a:t>
            </a:r>
          </a:p>
          <a:p>
            <a:pPr fontAlgn="auto"/>
            <a:r>
              <a:rPr lang="en-US" sz="1600" dirty="0" smtClean="0"/>
              <a:t>Worked </a:t>
            </a:r>
            <a:r>
              <a:rPr lang="en-US" sz="1600" dirty="0"/>
              <a:t>closely with all the stake holder and ensure the digital product like ( Mobile application, </a:t>
            </a:r>
            <a:r>
              <a:rPr lang="en-US" sz="1600" dirty="0" smtClean="0"/>
              <a:t>E-banking </a:t>
            </a:r>
            <a:r>
              <a:rPr lang="en-US" sz="1600" dirty="0"/>
              <a:t>, Online Account , </a:t>
            </a:r>
            <a:r>
              <a:rPr lang="en-US" sz="1600" dirty="0" err="1"/>
              <a:t>Demat</a:t>
            </a:r>
            <a:r>
              <a:rPr lang="en-US" sz="1600" dirty="0"/>
              <a:t> Application , </a:t>
            </a:r>
            <a:r>
              <a:rPr lang="en-US" sz="1600" dirty="0" err="1"/>
              <a:t>APIMIS</a:t>
            </a:r>
            <a:r>
              <a:rPr lang="en-US" sz="1600" dirty="0"/>
              <a:t> ) are working smoothly </a:t>
            </a:r>
          </a:p>
          <a:p>
            <a:pPr fontAlgn="auto"/>
            <a:r>
              <a:rPr lang="en-US" sz="1600" dirty="0" smtClean="0"/>
              <a:t>Coordinating </a:t>
            </a:r>
            <a:r>
              <a:rPr lang="en-US" sz="1600" dirty="0"/>
              <a:t>with marketing team and launching different campaign which overall increase the digital business of bank </a:t>
            </a:r>
          </a:p>
          <a:p>
            <a:pPr fontAlgn="auto"/>
            <a:r>
              <a:rPr lang="en-US" sz="1600" dirty="0" smtClean="0"/>
              <a:t>Identifying</a:t>
            </a:r>
            <a:r>
              <a:rPr lang="en-US" sz="1600" dirty="0"/>
              <a:t>, Testing and implementing the new digital products which are required by different departments in bank </a:t>
            </a:r>
          </a:p>
          <a:p>
            <a:pPr fontAlgn="auto"/>
            <a:r>
              <a:rPr lang="en-US" sz="1600" dirty="0" smtClean="0"/>
              <a:t>Assisting </a:t>
            </a:r>
            <a:r>
              <a:rPr lang="en-US" sz="1600" dirty="0"/>
              <a:t>branch, province level staff and customers if needed </a:t>
            </a:r>
          </a:p>
          <a:p>
            <a:pPr fontAlgn="auto"/>
            <a:r>
              <a:rPr lang="en-US" sz="1600" dirty="0" smtClean="0"/>
              <a:t>Preparing </a:t>
            </a:r>
            <a:r>
              <a:rPr lang="en-US" sz="1600" dirty="0"/>
              <a:t>proper SOP in department </a:t>
            </a:r>
            <a:r>
              <a:rPr lang="en-US" sz="1600" dirty="0" smtClean="0"/>
              <a:t>Managing </a:t>
            </a:r>
            <a:r>
              <a:rPr lang="en-US" sz="1600" dirty="0"/>
              <a:t>and implementing projects like ( </a:t>
            </a:r>
            <a:r>
              <a:rPr lang="en-US" sz="1600" dirty="0" err="1"/>
              <a:t>BankXP</a:t>
            </a:r>
            <a:r>
              <a:rPr lang="en-US" sz="1600" dirty="0"/>
              <a:t> , </a:t>
            </a:r>
            <a:r>
              <a:rPr lang="en-US" sz="1600" dirty="0" err="1"/>
              <a:t>Fonepay</a:t>
            </a:r>
            <a:r>
              <a:rPr lang="en-US" sz="1600" dirty="0"/>
              <a:t> </a:t>
            </a:r>
            <a:r>
              <a:rPr lang="en-US" sz="1600" dirty="0" err="1"/>
              <a:t>QR</a:t>
            </a:r>
            <a:r>
              <a:rPr lang="en-US" sz="1600" dirty="0"/>
              <a:t>, Job in Mobile Applications) </a:t>
            </a:r>
            <a:endParaRPr lang="en-US" sz="1600" dirty="0" smtClean="0"/>
          </a:p>
          <a:p>
            <a:pPr fontAlgn="auto"/>
            <a:r>
              <a:rPr lang="en-US" sz="1600" dirty="0" smtClean="0"/>
              <a:t>Identifying </a:t>
            </a:r>
            <a:r>
              <a:rPr lang="en-US" sz="1600" dirty="0"/>
              <a:t>the new digital market place to expand the business of organization and ease operating procedure with the help of technologies</a:t>
            </a:r>
          </a:p>
          <a:p>
            <a:endParaRPr lang="en-US" sz="1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24196" y="247844"/>
            <a:ext cx="5850418" cy="506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Work Experience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95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96" y="864524"/>
            <a:ext cx="10149840" cy="5735781"/>
          </a:xfrm>
        </p:spPr>
        <p:txBody>
          <a:bodyPr>
            <a:normAutofit/>
          </a:bodyPr>
          <a:lstStyle/>
          <a:p>
            <a:pPr marL="0" indent="0" fontAlgn="auto">
              <a:buNone/>
            </a:pPr>
            <a:r>
              <a:rPr lang="en-US" sz="1600" b="1" dirty="0" smtClean="0"/>
              <a:t>Role:  </a:t>
            </a:r>
            <a:r>
              <a:rPr lang="en-US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Project Manager</a:t>
            </a:r>
          </a:p>
          <a:p>
            <a:pPr marL="0" indent="0" fontAlgn="auto">
              <a:buNone/>
            </a:pPr>
            <a:r>
              <a:rPr lang="en-US" sz="1600" b="1" dirty="0" smtClean="0"/>
              <a:t>Company Name: </a:t>
            </a:r>
            <a:r>
              <a:rPr lang="en-US" sz="1600" dirty="0" err="1"/>
              <a:t>AnalogueInc</a:t>
            </a:r>
            <a:r>
              <a:rPr lang="en-US" sz="1600" dirty="0"/>
              <a:t> Nepal</a:t>
            </a:r>
            <a:r>
              <a:rPr lang="en-US" sz="1600" dirty="0" smtClean="0"/>
              <a:t> </a:t>
            </a:r>
            <a:r>
              <a:rPr lang="en-US" sz="1600" dirty="0" smtClean="0">
                <a:hlinkClick r:id="rId2"/>
              </a:rPr>
              <a:t>(Click Here)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 smtClean="0"/>
              <a:t>Duration: </a:t>
            </a:r>
            <a:r>
              <a:rPr lang="en-US" sz="1600" dirty="0" smtClean="0"/>
              <a:t>Jan 2020 – June 2020 (Contract)</a:t>
            </a:r>
            <a:endParaRPr lang="en-US" sz="1600" dirty="0"/>
          </a:p>
          <a:p>
            <a:pPr marL="0" indent="0" fontAlgn="auto">
              <a:buNone/>
            </a:pPr>
            <a:r>
              <a:rPr lang="en-US" sz="1600" b="1" dirty="0" smtClean="0"/>
              <a:t>Company </a:t>
            </a:r>
            <a:r>
              <a:rPr lang="en-US" sz="1600" b="1" dirty="0"/>
              <a:t>Profile: </a:t>
            </a:r>
            <a:r>
              <a:rPr lang="en-US" sz="1600" dirty="0" smtClean="0"/>
              <a:t>Start-ups software  and digital marketing company </a:t>
            </a:r>
            <a:r>
              <a:rPr lang="en-US" sz="1600" dirty="0"/>
              <a:t> </a:t>
            </a:r>
            <a:r>
              <a:rPr lang="en-US" sz="1600" dirty="0" smtClean="0"/>
              <a:t>which </a:t>
            </a:r>
            <a:r>
              <a:rPr lang="en-US" sz="1600" dirty="0"/>
              <a:t>aim is </a:t>
            </a:r>
            <a:r>
              <a:rPr lang="en-US" sz="1600" dirty="0" smtClean="0"/>
              <a:t>to provide </a:t>
            </a:r>
            <a:r>
              <a:rPr lang="en-US" sz="1600" dirty="0"/>
              <a:t>be the one-stop destination </a:t>
            </a:r>
            <a:r>
              <a:rPr lang="en-US" sz="1600" dirty="0" smtClean="0"/>
              <a:t>for upgrading business </a:t>
            </a:r>
            <a:r>
              <a:rPr lang="en-US" sz="1600" dirty="0"/>
              <a:t>to the next </a:t>
            </a:r>
            <a:r>
              <a:rPr lang="en-US" sz="1600" dirty="0" smtClean="0"/>
              <a:t>level.</a:t>
            </a:r>
            <a:endParaRPr lang="en-US" sz="1600" i="1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fontAlgn="auto">
              <a:buNone/>
            </a:pPr>
            <a:endParaRPr lang="en-US" sz="1600" i="1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fontAlgn="auto">
              <a:buNone/>
            </a:pPr>
            <a:r>
              <a:rPr lang="en-US" sz="1600" i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Job </a:t>
            </a:r>
            <a:r>
              <a:rPr lang="en-US" sz="16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Description</a:t>
            </a:r>
          </a:p>
          <a:p>
            <a:r>
              <a:rPr lang="en-US" sz="1600" dirty="0"/>
              <a:t>Worked in project like </a:t>
            </a:r>
            <a:r>
              <a:rPr lang="en-US" sz="1600" dirty="0" err="1"/>
              <a:t>HoppersPass</a:t>
            </a:r>
            <a:r>
              <a:rPr lang="en-US" sz="1600" dirty="0"/>
              <a:t>( Travel Based ) , </a:t>
            </a:r>
            <a:r>
              <a:rPr lang="en-US" sz="1600" dirty="0" err="1"/>
              <a:t>Scholarkey</a:t>
            </a:r>
            <a:r>
              <a:rPr lang="en-US" sz="1600" dirty="0"/>
              <a:t> ( </a:t>
            </a:r>
            <a:r>
              <a:rPr lang="en-US" sz="1600" dirty="0" err="1"/>
              <a:t>SchoolERP</a:t>
            </a:r>
            <a:r>
              <a:rPr lang="en-US" sz="1600" dirty="0"/>
              <a:t>) ,</a:t>
            </a:r>
            <a:r>
              <a:rPr lang="en-US" sz="1600" dirty="0" err="1" smtClean="0"/>
              <a:t>LeoSquad</a:t>
            </a:r>
            <a:r>
              <a:rPr lang="en-US" sz="1600" dirty="0" smtClean="0"/>
              <a:t> (</a:t>
            </a:r>
            <a:r>
              <a:rPr lang="en-US" sz="1600" dirty="0"/>
              <a:t>Task Management)</a:t>
            </a:r>
          </a:p>
          <a:p>
            <a:r>
              <a:rPr lang="en-US" sz="1600" dirty="0"/>
              <a:t>Developed a detailed project plan to monitor and track progress</a:t>
            </a:r>
          </a:p>
          <a:p>
            <a:r>
              <a:rPr lang="en-US" sz="1600" dirty="0"/>
              <a:t>Manage changes to the project </a:t>
            </a:r>
            <a:r>
              <a:rPr lang="en-US" sz="1600" dirty="0" smtClean="0"/>
              <a:t>scope and </a:t>
            </a:r>
            <a:r>
              <a:rPr lang="en-US" sz="1600" dirty="0"/>
              <a:t>project schedule </a:t>
            </a:r>
            <a:endParaRPr lang="en-US" sz="1600" dirty="0" smtClean="0"/>
          </a:p>
          <a:p>
            <a:r>
              <a:rPr lang="en-US" sz="1600" dirty="0" smtClean="0"/>
              <a:t>Perform </a:t>
            </a:r>
            <a:r>
              <a:rPr lang="en-US" sz="1600" dirty="0"/>
              <a:t>risk management to minimize project risks Assign the job and assist the developer </a:t>
            </a:r>
            <a:r>
              <a:rPr lang="en-US" sz="1600" dirty="0" smtClean="0"/>
              <a:t>accordingly</a:t>
            </a:r>
          </a:p>
          <a:p>
            <a:r>
              <a:rPr lang="en-US" sz="1600" dirty="0" smtClean="0"/>
              <a:t>Allocate task to developer team using </a:t>
            </a:r>
            <a:r>
              <a:rPr lang="en-US" sz="1600" dirty="0" err="1" smtClean="0"/>
              <a:t>clickup</a:t>
            </a:r>
            <a:r>
              <a:rPr lang="en-US" sz="1600" dirty="0" smtClean="0"/>
              <a:t>, </a:t>
            </a:r>
            <a:r>
              <a:rPr lang="en-US" sz="1600" dirty="0" err="1" smtClean="0"/>
              <a:t>trello</a:t>
            </a:r>
            <a:r>
              <a:rPr lang="en-US" sz="1600" dirty="0" smtClean="0"/>
              <a:t> and asana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24196" y="247844"/>
            <a:ext cx="5850418" cy="506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Work Experience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93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122" y="114515"/>
            <a:ext cx="9404723" cy="1400530"/>
          </a:xfrm>
        </p:spPr>
        <p:txBody>
          <a:bodyPr/>
          <a:lstStyle/>
          <a:p>
            <a:r>
              <a:rPr lang="en-US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Work Experience</a:t>
            </a:r>
            <a:endParaRPr lang="en-US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96" y="864524"/>
            <a:ext cx="10149840" cy="5735781"/>
          </a:xfrm>
        </p:spPr>
        <p:txBody>
          <a:bodyPr>
            <a:normAutofit/>
          </a:bodyPr>
          <a:lstStyle/>
          <a:p>
            <a:pPr marL="0" indent="0" fontAlgn="auto">
              <a:buNone/>
            </a:pPr>
            <a:r>
              <a:rPr lang="en-US" sz="1600" b="1" dirty="0" smtClean="0"/>
              <a:t>Role:  </a:t>
            </a:r>
            <a:r>
              <a:rPr lang="en-US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Sales and Marketing Officer</a:t>
            </a:r>
            <a:endParaRPr lang="en-US" sz="1600" dirty="0" smtClean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 fontAlgn="auto">
              <a:buNone/>
            </a:pPr>
            <a:r>
              <a:rPr lang="en-US" sz="1600" b="1" dirty="0" smtClean="0"/>
              <a:t>Company Name: </a:t>
            </a:r>
            <a:r>
              <a:rPr lang="fr-FR" sz="1600" dirty="0" err="1"/>
              <a:t>Danfe</a:t>
            </a:r>
            <a:r>
              <a:rPr lang="fr-FR" sz="1600" dirty="0"/>
              <a:t> Solution </a:t>
            </a:r>
            <a:r>
              <a:rPr lang="fr-FR" sz="1600" dirty="0" err="1"/>
              <a:t>Pvt</a:t>
            </a:r>
            <a:r>
              <a:rPr lang="fr-FR" sz="1600" dirty="0"/>
              <a:t>. Ltd. </a:t>
            </a:r>
            <a:r>
              <a:rPr lang="en-US" sz="1600" dirty="0" smtClean="0">
                <a:hlinkClick r:id="rId2"/>
              </a:rPr>
              <a:t>(Click Here)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 smtClean="0"/>
              <a:t>Duration: </a:t>
            </a:r>
            <a:r>
              <a:rPr lang="en-US" sz="1600" dirty="0"/>
              <a:t>12/2018 - </a:t>
            </a:r>
            <a:r>
              <a:rPr lang="en-US" sz="1600" dirty="0" smtClean="0"/>
              <a:t>12/2019</a:t>
            </a:r>
          </a:p>
          <a:p>
            <a:pPr marL="0" indent="0">
              <a:buNone/>
            </a:pPr>
            <a:r>
              <a:rPr lang="en-US" sz="1600" b="1" dirty="0" smtClean="0"/>
              <a:t>Company </a:t>
            </a:r>
            <a:r>
              <a:rPr lang="en-US" sz="1600" b="1" dirty="0"/>
              <a:t>Profile: </a:t>
            </a:r>
            <a:r>
              <a:rPr lang="en-US" sz="1600" dirty="0" smtClean="0"/>
              <a:t>Hospitality industry company  which aim is to provide specifically designed software to fulfill the needs of the hospitality industry</a:t>
            </a:r>
          </a:p>
          <a:p>
            <a:pPr marL="0" indent="0">
              <a:buNone/>
            </a:pPr>
            <a:endParaRPr lang="en-US" sz="1600" i="1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fontAlgn="auto">
              <a:buNone/>
            </a:pPr>
            <a:r>
              <a:rPr lang="en-US" sz="1600" i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Job Description</a:t>
            </a:r>
          </a:p>
          <a:p>
            <a:r>
              <a:rPr lang="en-US" sz="1600" dirty="0" smtClean="0"/>
              <a:t>Worked </a:t>
            </a:r>
            <a:r>
              <a:rPr lang="en-US" sz="1600" dirty="0"/>
              <a:t>in hospitality sector of Nepal and developing relationship and conducting sales operations</a:t>
            </a:r>
          </a:p>
          <a:p>
            <a:r>
              <a:rPr lang="en-US" sz="1600" dirty="0"/>
              <a:t>conducted the survey for identifying proper need assessment of hospitality business</a:t>
            </a:r>
          </a:p>
          <a:p>
            <a:r>
              <a:rPr lang="en-US" sz="1600" dirty="0"/>
              <a:t>Manage the team and guide them accordingly to mobilize them in right path</a:t>
            </a:r>
          </a:p>
          <a:p>
            <a:r>
              <a:rPr lang="en-US" sz="1600" dirty="0"/>
              <a:t>Became the closer and close the deal when needed.</a:t>
            </a:r>
          </a:p>
        </p:txBody>
      </p:sp>
    </p:spTree>
    <p:extLst>
      <p:ext uri="{BB962C8B-B14F-4D97-AF65-F5344CB8AC3E}">
        <p14:creationId xmlns:p14="http://schemas.microsoft.com/office/powerpoint/2010/main" val="135674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96" y="864524"/>
            <a:ext cx="10149840" cy="5735781"/>
          </a:xfrm>
        </p:spPr>
        <p:txBody>
          <a:bodyPr>
            <a:normAutofit/>
          </a:bodyPr>
          <a:lstStyle/>
          <a:p>
            <a:pPr marL="0" indent="0" fontAlgn="auto">
              <a:buNone/>
            </a:pPr>
            <a:r>
              <a:rPr lang="en-US" sz="1600" b="1" dirty="0" smtClean="0"/>
              <a:t>Role:  </a:t>
            </a:r>
            <a:r>
              <a:rPr lang="en-US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Business Consultant(Part-time)</a:t>
            </a:r>
          </a:p>
          <a:p>
            <a:pPr marL="0" indent="0" fontAlgn="auto">
              <a:buNone/>
            </a:pPr>
            <a:r>
              <a:rPr lang="en-US" sz="1600" b="1" dirty="0" smtClean="0"/>
              <a:t>Company Name: </a:t>
            </a:r>
            <a:r>
              <a:rPr lang="fr-FR" sz="1600" dirty="0" err="1"/>
              <a:t>Cybernetics</a:t>
            </a:r>
            <a:r>
              <a:rPr lang="fr-FR" sz="1600" dirty="0"/>
              <a:t> </a:t>
            </a:r>
            <a:r>
              <a:rPr lang="fr-FR" sz="1600" dirty="0" err="1"/>
              <a:t>Pvt.Ltd</a:t>
            </a:r>
            <a:r>
              <a:rPr lang="fr-FR" sz="1600" dirty="0"/>
              <a:t> </a:t>
            </a:r>
            <a:r>
              <a:rPr lang="en-US" sz="1600" dirty="0" smtClean="0">
                <a:hlinkClick r:id="rId2"/>
              </a:rPr>
              <a:t>(Click Here)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 smtClean="0"/>
              <a:t>Duration: </a:t>
            </a:r>
            <a:r>
              <a:rPr lang="en-US" sz="1600" dirty="0"/>
              <a:t>01/2019 - </a:t>
            </a:r>
            <a:r>
              <a:rPr lang="en-US" sz="1600" dirty="0" smtClean="0"/>
              <a:t>02/2019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 smtClean="0"/>
              <a:t>Company </a:t>
            </a:r>
            <a:r>
              <a:rPr lang="en-US" sz="1600" b="1" dirty="0"/>
              <a:t>Profile</a:t>
            </a:r>
            <a:r>
              <a:rPr lang="en-US" sz="1600" b="1" dirty="0" smtClean="0"/>
              <a:t>: </a:t>
            </a:r>
            <a:r>
              <a:rPr lang="en-US" sz="1600" dirty="0" smtClean="0"/>
              <a:t>Company </a:t>
            </a:r>
            <a:r>
              <a:rPr lang="en-US" sz="1600" dirty="0"/>
              <a:t>currently focusing in major fronts of Internet Management Solution, (</a:t>
            </a:r>
            <a:r>
              <a:rPr lang="en-US" sz="1600" dirty="0" err="1"/>
              <a:t>IoT</a:t>
            </a:r>
            <a:r>
              <a:rPr lang="en-US" sz="1600" dirty="0"/>
              <a:t>) Internet of Things, ICT Base Remote monitoring and configuration for any platform, Smart Bus Solution, Networking Solution Provider, and telecommunication services provided by Nepal Telecom </a:t>
            </a:r>
            <a:endParaRPr lang="en-US" sz="1600" i="1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fontAlgn="auto">
              <a:buNone/>
            </a:pPr>
            <a:endParaRPr lang="en-US" sz="1600" i="1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 fontAlgn="auto">
              <a:buNone/>
            </a:pPr>
            <a:r>
              <a:rPr lang="en-US" sz="1600" i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Job </a:t>
            </a:r>
            <a:r>
              <a:rPr lang="en-US" sz="16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Description</a:t>
            </a:r>
          </a:p>
          <a:p>
            <a:r>
              <a:rPr lang="en-US" sz="1600" dirty="0"/>
              <a:t>Worked towards hospital and bank domain for the product like </a:t>
            </a:r>
            <a:r>
              <a:rPr lang="en-US" sz="1600" dirty="0" err="1"/>
              <a:t>QUEUEBEE</a:t>
            </a:r>
            <a:r>
              <a:rPr lang="en-US" sz="1600" dirty="0"/>
              <a:t> and Digital Information Desk</a:t>
            </a:r>
          </a:p>
          <a:p>
            <a:r>
              <a:rPr lang="en-US" sz="1600" dirty="0"/>
              <a:t>Maintained the good relations with existing customers</a:t>
            </a:r>
          </a:p>
          <a:p>
            <a:r>
              <a:rPr lang="en-US" sz="1600" dirty="0"/>
              <a:t>Directly visiting the places and showed on-spot demo sessions</a:t>
            </a:r>
          </a:p>
          <a:p>
            <a:r>
              <a:rPr lang="en-US" sz="1600" dirty="0"/>
              <a:t>Identified the feasible area of the project in government sector and approached them</a:t>
            </a:r>
          </a:p>
          <a:p>
            <a:r>
              <a:rPr lang="en-US" sz="1600" dirty="0"/>
              <a:t>Maintained the smooth relations with government individuals and departments Identifying the core market </a:t>
            </a:r>
            <a:r>
              <a:rPr lang="en-US" sz="1600" dirty="0" smtClean="0"/>
              <a:t>for the </a:t>
            </a:r>
            <a:r>
              <a:rPr lang="en-US" sz="1600" dirty="0"/>
              <a:t>SMART BUS Project and mobilize team accordingly.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24196" y="214593"/>
            <a:ext cx="5850418" cy="506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Work Experience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6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96" y="864524"/>
            <a:ext cx="10149840" cy="5735781"/>
          </a:xfrm>
        </p:spPr>
        <p:txBody>
          <a:bodyPr>
            <a:normAutofit/>
          </a:bodyPr>
          <a:lstStyle/>
          <a:p>
            <a:pPr marL="0" indent="0" fontAlgn="auto">
              <a:buNone/>
            </a:pPr>
            <a:r>
              <a:rPr lang="en-US" sz="1600" b="1" dirty="0" smtClean="0"/>
              <a:t>Role: </a:t>
            </a:r>
            <a:r>
              <a:rPr lang="en-US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Junior Software Developer</a:t>
            </a:r>
          </a:p>
          <a:p>
            <a:pPr marL="0" indent="0" fontAlgn="auto">
              <a:buNone/>
            </a:pPr>
            <a:r>
              <a:rPr lang="en-US" sz="1600" b="1" dirty="0" smtClean="0"/>
              <a:t>Company Name: </a:t>
            </a:r>
            <a:r>
              <a:rPr lang="en-US" sz="1600" dirty="0" err="1" smtClean="0"/>
              <a:t>Percoid</a:t>
            </a:r>
            <a:r>
              <a:rPr lang="en-US" sz="1600" dirty="0" smtClean="0"/>
              <a:t> IT Solutions </a:t>
            </a:r>
            <a:r>
              <a:rPr lang="en-US" sz="1600" dirty="0" smtClean="0">
                <a:hlinkClick r:id="rId2"/>
              </a:rPr>
              <a:t>(Click Here)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b="1" dirty="0" smtClean="0"/>
              <a:t>Duration: </a:t>
            </a:r>
            <a:r>
              <a:rPr lang="en-US" sz="1600" dirty="0"/>
              <a:t>06/2018 - 10/2018</a:t>
            </a:r>
          </a:p>
          <a:p>
            <a:pPr marL="0" indent="0">
              <a:buNone/>
            </a:pPr>
            <a:r>
              <a:rPr lang="en-US" sz="1600" b="1" dirty="0" smtClean="0"/>
              <a:t>Company </a:t>
            </a:r>
            <a:r>
              <a:rPr lang="en-US" sz="1600" b="1" dirty="0"/>
              <a:t>Profile</a:t>
            </a:r>
            <a:r>
              <a:rPr lang="en-US" sz="1600" b="1" dirty="0" smtClean="0"/>
              <a:t>: </a:t>
            </a:r>
            <a:r>
              <a:rPr lang="en-US" sz="1600" dirty="0" err="1"/>
              <a:t>Percoid</a:t>
            </a:r>
            <a:r>
              <a:rPr lang="en-US" sz="1600" dirty="0"/>
              <a:t> IT Solutions is an exclusive offshore development center for </a:t>
            </a:r>
            <a:r>
              <a:rPr lang="en-US" sz="1600" dirty="0" err="1">
                <a:hlinkClick r:id="rId3"/>
              </a:rPr>
              <a:t>BillboardPlanet</a:t>
            </a:r>
            <a:r>
              <a:rPr lang="en-US" sz="1600" dirty="0">
                <a:hlinkClick r:id="rId3"/>
              </a:rPr>
              <a:t>, LLC.</a:t>
            </a:r>
            <a:r>
              <a:rPr lang="en-US" sz="1600" dirty="0"/>
              <a:t>, a leading provider of media management solutions for the Out-of-Home Industry.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600" i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600" i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Job </a:t>
            </a:r>
            <a:r>
              <a:rPr lang="en-US" sz="16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Description</a:t>
            </a:r>
          </a:p>
          <a:p>
            <a:r>
              <a:rPr lang="en-US" sz="1600" dirty="0"/>
              <a:t>Basic Knowledge of AngularJS.</a:t>
            </a:r>
          </a:p>
          <a:p>
            <a:r>
              <a:rPr lang="en-US" sz="1600" dirty="0"/>
              <a:t>Web API concept in Core 1.0 and 2.0</a:t>
            </a:r>
          </a:p>
          <a:p>
            <a:r>
              <a:rPr lang="en-US" sz="1600" dirty="0"/>
              <a:t>Understanding of </a:t>
            </a:r>
            <a:r>
              <a:rPr lang="en-US" sz="1600" dirty="0" err="1"/>
              <a:t>OWIN</a:t>
            </a:r>
            <a:r>
              <a:rPr lang="en-US" sz="1600" dirty="0"/>
              <a:t> ,Claims and Principle</a:t>
            </a:r>
          </a:p>
          <a:p>
            <a:r>
              <a:rPr lang="en-US" sz="1600" dirty="0"/>
              <a:t>Used these skills in Project 'Quantum' (</a:t>
            </a:r>
            <a:r>
              <a:rPr lang="en-US" sz="1600" dirty="0" err="1"/>
              <a:t>BillBoard</a:t>
            </a:r>
            <a:r>
              <a:rPr lang="en-US" sz="1600" dirty="0"/>
              <a:t> Management Application used by </a:t>
            </a:r>
            <a:r>
              <a:rPr lang="en-US" sz="1600" dirty="0" err="1"/>
              <a:t>JCDecaux</a:t>
            </a:r>
            <a:r>
              <a:rPr lang="en-US" sz="1600" dirty="0"/>
              <a:t>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1247" y="214593"/>
            <a:ext cx="5850418" cy="506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Work Experience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13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96" y="864524"/>
            <a:ext cx="10149840" cy="5735781"/>
          </a:xfrm>
        </p:spPr>
        <p:txBody>
          <a:bodyPr>
            <a:normAutofit/>
          </a:bodyPr>
          <a:lstStyle/>
          <a:p>
            <a:pPr marL="0" indent="0" fontAlgn="auto">
              <a:buNone/>
            </a:pPr>
            <a:r>
              <a:rPr lang="en-US" sz="1600" b="1" dirty="0" smtClean="0"/>
              <a:t>Role:  </a:t>
            </a:r>
            <a:r>
              <a:rPr lang="en-US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Junior Software Developer</a:t>
            </a:r>
          </a:p>
          <a:p>
            <a:pPr marL="0" indent="0" fontAlgn="auto">
              <a:buNone/>
            </a:pPr>
            <a:r>
              <a:rPr lang="en-US" sz="1600" b="1" dirty="0" smtClean="0"/>
              <a:t>Company Name: </a:t>
            </a:r>
            <a:r>
              <a:rPr lang="en-US" sz="1600" dirty="0" err="1"/>
              <a:t>Percoid</a:t>
            </a:r>
            <a:r>
              <a:rPr lang="en-US" sz="1600" dirty="0"/>
              <a:t> IT Solutions </a:t>
            </a:r>
            <a:r>
              <a:rPr lang="en-US" sz="1600" dirty="0" smtClean="0">
                <a:hlinkClick r:id="rId2"/>
              </a:rPr>
              <a:t>(Click Here)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 smtClean="0"/>
              <a:t>Duration: </a:t>
            </a:r>
            <a:r>
              <a:rPr lang="en-US" sz="1600" dirty="0"/>
              <a:t>06/2018 - 10/2018</a:t>
            </a:r>
          </a:p>
          <a:p>
            <a:pPr marL="0" indent="0">
              <a:buNone/>
            </a:pPr>
            <a:r>
              <a:rPr lang="en-US" sz="1600" b="1" dirty="0" smtClean="0"/>
              <a:t>Company </a:t>
            </a:r>
            <a:r>
              <a:rPr lang="en-US" sz="1600" b="1" dirty="0"/>
              <a:t>Profile</a:t>
            </a:r>
            <a:r>
              <a:rPr lang="en-US" sz="1600" b="1" dirty="0" smtClean="0"/>
              <a:t>: </a:t>
            </a:r>
            <a:r>
              <a:rPr lang="en-US" sz="1600" dirty="0" err="1"/>
              <a:t>Percoid</a:t>
            </a:r>
            <a:r>
              <a:rPr lang="en-US" sz="1600" dirty="0"/>
              <a:t> IT Solutions is an exclusive offshore development center for </a:t>
            </a:r>
            <a:r>
              <a:rPr lang="en-US" sz="1600" dirty="0" err="1">
                <a:hlinkClick r:id="rId3"/>
              </a:rPr>
              <a:t>BillboardPlanet</a:t>
            </a:r>
            <a:r>
              <a:rPr lang="en-US" sz="1600" dirty="0">
                <a:hlinkClick r:id="rId3"/>
              </a:rPr>
              <a:t>, LLC.</a:t>
            </a:r>
            <a:r>
              <a:rPr lang="en-US" sz="1600" dirty="0"/>
              <a:t>, a leading provider of media management solutions for the Out-of-Home Industry.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600" i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600" i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Job </a:t>
            </a:r>
            <a:r>
              <a:rPr lang="en-US" sz="16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Description</a:t>
            </a:r>
          </a:p>
          <a:p>
            <a:r>
              <a:rPr lang="en-US" sz="1600" dirty="0"/>
              <a:t>Basic Knowledge of AngularJS.</a:t>
            </a:r>
          </a:p>
          <a:p>
            <a:r>
              <a:rPr lang="en-US" sz="1600" dirty="0"/>
              <a:t>Web API concept in Core 1.0 and 2.0</a:t>
            </a:r>
          </a:p>
          <a:p>
            <a:r>
              <a:rPr lang="en-US" sz="1600" dirty="0"/>
              <a:t>Understanding of </a:t>
            </a:r>
            <a:r>
              <a:rPr lang="en-US" sz="1600" dirty="0" err="1"/>
              <a:t>OWIN</a:t>
            </a:r>
            <a:r>
              <a:rPr lang="en-US" sz="1600" dirty="0"/>
              <a:t> ,Claims and Principle</a:t>
            </a:r>
          </a:p>
          <a:p>
            <a:r>
              <a:rPr lang="en-US" sz="1600" dirty="0"/>
              <a:t>Used these skills in Project 'Quantum' (</a:t>
            </a:r>
            <a:r>
              <a:rPr lang="en-US" sz="1600" dirty="0" err="1"/>
              <a:t>BillBoard</a:t>
            </a:r>
            <a:r>
              <a:rPr lang="en-US" sz="1600" dirty="0"/>
              <a:t> Management Application used by </a:t>
            </a:r>
            <a:r>
              <a:rPr lang="en-US" sz="1600" dirty="0" err="1"/>
              <a:t>JCDecaux</a:t>
            </a:r>
            <a:r>
              <a:rPr lang="en-US" sz="1600" dirty="0"/>
              <a:t>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1247" y="214593"/>
            <a:ext cx="5850418" cy="506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Work Experience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5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195" y="864524"/>
            <a:ext cx="10615353" cy="5735781"/>
          </a:xfrm>
        </p:spPr>
        <p:txBody>
          <a:bodyPr>
            <a:normAutofit/>
          </a:bodyPr>
          <a:lstStyle/>
          <a:p>
            <a:pPr marL="0" indent="0" fontAlgn="auto">
              <a:buNone/>
            </a:pPr>
            <a:r>
              <a:rPr lang="en-US" sz="1600" b="1" dirty="0" smtClean="0"/>
              <a:t>Role:  </a:t>
            </a:r>
            <a:r>
              <a:rPr lang="en-US" sz="1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Implementation/Support Engineer</a:t>
            </a:r>
          </a:p>
          <a:p>
            <a:pPr marL="0" indent="0" fontAlgn="auto">
              <a:buNone/>
            </a:pPr>
            <a:r>
              <a:rPr lang="en-US" sz="1600" b="1" dirty="0" smtClean="0"/>
              <a:t>Company Name: </a:t>
            </a:r>
            <a:r>
              <a:rPr lang="en-US" sz="1600" dirty="0" err="1" smtClean="0"/>
              <a:t>MixERP</a:t>
            </a:r>
            <a:r>
              <a:rPr lang="en-US" sz="1600" dirty="0" smtClean="0"/>
              <a:t> </a:t>
            </a:r>
            <a:r>
              <a:rPr lang="en-US" sz="1600" dirty="0" err="1" smtClean="0"/>
              <a:t>Inc</a:t>
            </a:r>
            <a:r>
              <a:rPr lang="en-US" sz="1600" dirty="0" smtClean="0"/>
              <a:t> Pvt. Ltd. </a:t>
            </a:r>
            <a:r>
              <a:rPr lang="en-US" sz="1600" dirty="0" smtClean="0">
                <a:hlinkClick r:id="rId2"/>
              </a:rPr>
              <a:t>(</a:t>
            </a:r>
            <a:r>
              <a:rPr lang="en-US" sz="1600" dirty="0" smtClean="0">
                <a:hlinkClick r:id="rId3"/>
              </a:rPr>
              <a:t>Click Here)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 smtClean="0"/>
              <a:t>Duration: </a:t>
            </a:r>
            <a:r>
              <a:rPr lang="en-US" sz="1600" dirty="0" smtClean="0"/>
              <a:t>02/2016 </a:t>
            </a:r>
            <a:r>
              <a:rPr lang="en-US" sz="1600" dirty="0"/>
              <a:t>- </a:t>
            </a:r>
            <a:r>
              <a:rPr lang="en-US" sz="1600" dirty="0" smtClean="0"/>
              <a:t>05/2018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 smtClean="0"/>
              <a:t>Company </a:t>
            </a:r>
            <a:r>
              <a:rPr lang="en-US" sz="1600" b="1" dirty="0"/>
              <a:t>Profile</a:t>
            </a:r>
            <a:r>
              <a:rPr lang="en-US" sz="1600" b="1" dirty="0" smtClean="0"/>
              <a:t>: </a:t>
            </a:r>
            <a:r>
              <a:rPr lang="en-US" sz="1600" dirty="0" smtClean="0"/>
              <a:t>A software developer company focus on open source </a:t>
            </a:r>
            <a:r>
              <a:rPr lang="en-US" sz="1600" dirty="0" err="1" smtClean="0"/>
              <a:t>ERP</a:t>
            </a:r>
            <a:r>
              <a:rPr lang="en-US" sz="1600" dirty="0" smtClean="0"/>
              <a:t> application.</a:t>
            </a:r>
            <a:endParaRPr lang="en-US" sz="1600" i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sz="1600" i="1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sz="1600" i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Job </a:t>
            </a:r>
            <a:r>
              <a:rPr lang="en-US" sz="16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Description</a:t>
            </a:r>
          </a:p>
          <a:p>
            <a:r>
              <a:rPr lang="en-US" sz="1600" dirty="0"/>
              <a:t>Worked with senior stakeholder to develop the new product line and approach market accordingly</a:t>
            </a:r>
          </a:p>
          <a:p>
            <a:r>
              <a:rPr lang="en-US" sz="1600" dirty="0" smtClean="0"/>
              <a:t>Worked </a:t>
            </a:r>
            <a:r>
              <a:rPr lang="en-US" sz="1600" dirty="0"/>
              <a:t>towards increasing product awareness and the usage of product </a:t>
            </a:r>
            <a:r>
              <a:rPr lang="en-US" sz="1600" dirty="0" err="1"/>
              <a:t>BANQSYS</a:t>
            </a:r>
            <a:r>
              <a:rPr lang="en-US" sz="1600" dirty="0"/>
              <a:t> : Cooperative Core </a:t>
            </a:r>
            <a:r>
              <a:rPr lang="en-US" sz="1600" dirty="0" smtClean="0"/>
              <a:t>Banking Solutions </a:t>
            </a:r>
            <a:r>
              <a:rPr lang="en-US" sz="1600" dirty="0"/>
              <a:t>by adopting measures such as </a:t>
            </a:r>
            <a:r>
              <a:rPr lang="en-US" sz="1600" dirty="0" smtClean="0"/>
              <a:t> on-spot </a:t>
            </a:r>
            <a:r>
              <a:rPr lang="en-US" sz="1600" dirty="0"/>
              <a:t>demo, office visits, online marketing, online demo sessions </a:t>
            </a:r>
            <a:r>
              <a:rPr lang="en-US" sz="1600" dirty="0" smtClean="0"/>
              <a:t>and so </a:t>
            </a:r>
            <a:r>
              <a:rPr lang="en-US" sz="1600" dirty="0"/>
              <a:t>on</a:t>
            </a:r>
          </a:p>
          <a:p>
            <a:r>
              <a:rPr lang="en-US" sz="1600" dirty="0"/>
              <a:t>Identified opportunities for further sales and new areas for development through detailed research of </a:t>
            </a:r>
            <a:r>
              <a:rPr lang="en-US" sz="1600" dirty="0" smtClean="0"/>
              <a:t>the Computer </a:t>
            </a:r>
            <a:r>
              <a:rPr lang="en-US" sz="1600" dirty="0"/>
              <a:t>hardware and software industry.</a:t>
            </a:r>
          </a:p>
          <a:p>
            <a:r>
              <a:rPr lang="en-US" sz="1600" dirty="0"/>
              <a:t>Provided pre-sales support to partners for customer visits and presentations; built capacity for channel </a:t>
            </a:r>
            <a:r>
              <a:rPr lang="en-US" sz="1600" dirty="0" smtClean="0"/>
              <a:t>partners</a:t>
            </a:r>
          </a:p>
          <a:p>
            <a:r>
              <a:rPr lang="en-US" sz="1600" dirty="0" smtClean="0"/>
              <a:t>Prepare the SQL queries to generate the report needed for stakeholders</a:t>
            </a: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01247" y="214593"/>
            <a:ext cx="5850418" cy="506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Work Experience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300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424" y="577881"/>
            <a:ext cx="10050087" cy="6027053"/>
          </a:xfrm>
        </p:spPr>
        <p:txBody>
          <a:bodyPr>
            <a:normAutofit fontScale="85000" lnSpcReduction="10000"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1900" b="1" dirty="0" smtClean="0"/>
              <a:t>Bank Domain</a:t>
            </a:r>
            <a:endParaRPr lang="en-US" sz="1900" dirty="0" smtClean="0"/>
          </a:p>
          <a:p>
            <a:pPr marL="0" indent="0">
              <a:buNone/>
            </a:pPr>
            <a:r>
              <a:rPr lang="en-US" sz="1900" dirty="0" err="1" smtClean="0"/>
              <a:t>PumoriIV</a:t>
            </a:r>
            <a:r>
              <a:rPr lang="en-US" sz="1900" dirty="0" smtClean="0"/>
              <a:t>, </a:t>
            </a:r>
            <a:r>
              <a:rPr lang="en-US" sz="1900" dirty="0" err="1" smtClean="0"/>
              <a:t>BankSmartV5</a:t>
            </a:r>
            <a:r>
              <a:rPr lang="en-US" sz="1900" dirty="0" smtClean="0"/>
              <a:t>, </a:t>
            </a:r>
            <a:r>
              <a:rPr lang="en-US" sz="1900" dirty="0" err="1" smtClean="0"/>
              <a:t>ExpressBank</a:t>
            </a:r>
            <a:r>
              <a:rPr lang="en-US" sz="1900" dirty="0" smtClean="0"/>
              <a:t>, </a:t>
            </a:r>
            <a:r>
              <a:rPr lang="en-US" sz="1900" dirty="0" err="1" smtClean="0"/>
              <a:t>NBL</a:t>
            </a:r>
            <a:r>
              <a:rPr lang="en-US" sz="1900" dirty="0" smtClean="0"/>
              <a:t> </a:t>
            </a:r>
            <a:r>
              <a:rPr lang="en-US" sz="1900" dirty="0"/>
              <a:t>API System</a:t>
            </a:r>
            <a:r>
              <a:rPr lang="en-US" sz="1900" dirty="0" smtClean="0"/>
              <a:t>, </a:t>
            </a:r>
            <a:r>
              <a:rPr lang="en-US" sz="1900" dirty="0" err="1" smtClean="0"/>
              <a:t>Fonepay</a:t>
            </a:r>
            <a:r>
              <a:rPr lang="en-US" sz="1900" dirty="0" smtClean="0"/>
              <a:t> </a:t>
            </a:r>
            <a:r>
              <a:rPr lang="en-US" sz="1900" dirty="0"/>
              <a:t>Merchant and </a:t>
            </a:r>
            <a:r>
              <a:rPr lang="en-US" sz="1900" dirty="0" smtClean="0"/>
              <a:t>Bank Application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 smtClean="0"/>
              <a:t>CRM</a:t>
            </a:r>
          </a:p>
          <a:p>
            <a:pPr marL="0" indent="0">
              <a:buNone/>
            </a:pPr>
            <a:r>
              <a:rPr lang="en-US" sz="1900" dirty="0" err="1" smtClean="0"/>
              <a:t>Zoho</a:t>
            </a:r>
            <a:r>
              <a:rPr lang="en-US" sz="1900" dirty="0" smtClean="0"/>
              <a:t> </a:t>
            </a:r>
            <a:r>
              <a:rPr lang="en-US" sz="1900" i="1" dirty="0" err="1"/>
              <a:t>Hubspot</a:t>
            </a:r>
            <a:r>
              <a:rPr lang="en-US" sz="1900" i="1" dirty="0" smtClean="0"/>
              <a:t>, Asana</a:t>
            </a:r>
            <a:endParaRPr lang="en-US" sz="1900" i="1" dirty="0"/>
          </a:p>
          <a:p>
            <a:pPr marL="0" indent="0">
              <a:buNone/>
            </a:pPr>
            <a:r>
              <a:rPr lang="en-US" sz="1900" b="1" dirty="0" smtClean="0"/>
              <a:t>Database</a:t>
            </a:r>
          </a:p>
          <a:p>
            <a:pPr marL="0" indent="0">
              <a:buNone/>
            </a:pPr>
            <a:r>
              <a:rPr lang="en-US" sz="1900" i="1" dirty="0" err="1" smtClean="0"/>
              <a:t>PostGRES</a:t>
            </a:r>
            <a:r>
              <a:rPr lang="en-US" sz="1900" i="1" dirty="0" smtClean="0"/>
              <a:t>, </a:t>
            </a:r>
            <a:r>
              <a:rPr lang="en-US" sz="1900" i="1" dirty="0" err="1" smtClean="0"/>
              <a:t>MSSQL</a:t>
            </a:r>
            <a:r>
              <a:rPr lang="en-US" sz="1900" i="1" dirty="0" smtClean="0"/>
              <a:t>, MYSQL</a:t>
            </a:r>
            <a:endParaRPr lang="en-US" sz="1900" i="1" dirty="0"/>
          </a:p>
          <a:p>
            <a:pPr marL="0" indent="0">
              <a:buNone/>
            </a:pPr>
            <a:r>
              <a:rPr lang="en-US" sz="1900" b="1" dirty="0"/>
              <a:t>Designing tools </a:t>
            </a:r>
            <a:endParaRPr lang="en-US" sz="1900" b="1" dirty="0" smtClean="0"/>
          </a:p>
          <a:p>
            <a:pPr marL="0" indent="0">
              <a:buNone/>
            </a:pPr>
            <a:r>
              <a:rPr lang="en-US" sz="1900" dirty="0" smtClean="0"/>
              <a:t>Adobe </a:t>
            </a:r>
            <a:r>
              <a:rPr lang="en-US" sz="1900" dirty="0"/>
              <a:t>Photoshop</a:t>
            </a:r>
          </a:p>
          <a:p>
            <a:pPr marL="0" indent="0">
              <a:buNone/>
            </a:pPr>
            <a:r>
              <a:rPr lang="en-US" sz="1900" b="1" dirty="0"/>
              <a:t>Server Side Scripting </a:t>
            </a:r>
          </a:p>
          <a:p>
            <a:pPr marL="0" indent="0">
              <a:buNone/>
            </a:pPr>
            <a:r>
              <a:rPr lang="en-US" sz="1900" dirty="0" smtClean="0"/>
              <a:t>Asp </a:t>
            </a:r>
            <a:r>
              <a:rPr lang="en-US" sz="1900" dirty="0"/>
              <a:t>Dot Net, </a:t>
            </a:r>
            <a:r>
              <a:rPr lang="en-US" sz="1900" dirty="0" smtClean="0"/>
              <a:t>PHP</a:t>
            </a:r>
          </a:p>
          <a:p>
            <a:pPr marL="0" indent="0">
              <a:buNone/>
            </a:pPr>
            <a:r>
              <a:rPr lang="en-US" sz="1900" b="1" dirty="0" smtClean="0"/>
              <a:t>Client </a:t>
            </a:r>
            <a:r>
              <a:rPr lang="en-US" sz="1900" b="1" dirty="0"/>
              <a:t>Side </a:t>
            </a:r>
            <a:r>
              <a:rPr lang="en-US" sz="1900" b="1" dirty="0" smtClean="0"/>
              <a:t>Scripting</a:t>
            </a:r>
          </a:p>
          <a:p>
            <a:pPr marL="0" indent="0">
              <a:buNone/>
            </a:pPr>
            <a:r>
              <a:rPr lang="en-US" sz="1900" dirty="0" smtClean="0"/>
              <a:t>JavaScript </a:t>
            </a:r>
            <a:r>
              <a:rPr lang="en-US" sz="1900" dirty="0"/>
              <a:t>&amp; JQuery ,AngularJS</a:t>
            </a:r>
          </a:p>
          <a:p>
            <a:pPr marL="0" indent="0">
              <a:buNone/>
            </a:pPr>
            <a:r>
              <a:rPr lang="en-US" sz="1900" b="1" dirty="0"/>
              <a:t>Other </a:t>
            </a:r>
            <a:r>
              <a:rPr lang="en-US" sz="1900" b="1" dirty="0" smtClean="0"/>
              <a:t>Applications</a:t>
            </a:r>
          </a:p>
          <a:p>
            <a:pPr marL="0" indent="0">
              <a:buNone/>
            </a:pPr>
            <a:r>
              <a:rPr lang="en-US" sz="1900" dirty="0" smtClean="0"/>
              <a:t>Tally </a:t>
            </a:r>
            <a:r>
              <a:rPr lang="en-US" sz="1900" dirty="0" err="1"/>
              <a:t>V9</a:t>
            </a:r>
            <a:r>
              <a:rPr lang="en-US" sz="1900" dirty="0"/>
              <a:t> ( Accounting) , </a:t>
            </a:r>
            <a:r>
              <a:rPr lang="en-US" sz="1900" dirty="0" err="1" smtClean="0"/>
              <a:t>SaralBilling</a:t>
            </a:r>
            <a:r>
              <a:rPr lang="en-US" sz="1900" dirty="0" smtClean="0"/>
              <a:t> </a:t>
            </a:r>
            <a:r>
              <a:rPr lang="en-US" sz="1900" dirty="0"/>
              <a:t>(</a:t>
            </a:r>
            <a:r>
              <a:rPr lang="en-US" sz="1900" dirty="0" err="1"/>
              <a:t>Accouting</a:t>
            </a:r>
            <a:r>
              <a:rPr lang="en-US" sz="1900" dirty="0"/>
              <a:t>) , </a:t>
            </a:r>
            <a:r>
              <a:rPr lang="en-US" sz="1900" dirty="0" err="1"/>
              <a:t>Banqsys</a:t>
            </a:r>
            <a:r>
              <a:rPr lang="en-US" sz="1900" dirty="0"/>
              <a:t> ( Cooperative) , </a:t>
            </a:r>
            <a:r>
              <a:rPr lang="en-US" sz="1900" dirty="0" err="1"/>
              <a:t>Restro</a:t>
            </a:r>
            <a:r>
              <a:rPr lang="en-US" sz="1900" dirty="0"/>
              <a:t> Order and</a:t>
            </a:r>
          </a:p>
          <a:p>
            <a:pPr marL="0" indent="0">
              <a:buNone/>
            </a:pPr>
            <a:r>
              <a:rPr lang="en-US" sz="1900" dirty="0"/>
              <a:t>Hotel Simplify ( Hospitality Industry</a:t>
            </a:r>
            <a:r>
              <a:rPr lang="en-US" sz="1900" dirty="0" smtClean="0"/>
              <a:t>), </a:t>
            </a:r>
            <a:r>
              <a:rPr lang="en-US" sz="1900" dirty="0" err="1"/>
              <a:t>Bidhee</a:t>
            </a:r>
            <a:r>
              <a:rPr lang="en-US" sz="1900" dirty="0"/>
              <a:t> </a:t>
            </a:r>
            <a:r>
              <a:rPr lang="en-US" sz="1900" dirty="0" err="1"/>
              <a:t>ERP</a:t>
            </a:r>
            <a:r>
              <a:rPr lang="en-US" sz="1900" dirty="0"/>
              <a:t> ( Procurement and Store </a:t>
            </a:r>
            <a:r>
              <a:rPr lang="en-US" sz="1900" dirty="0" smtClean="0"/>
              <a:t>), </a:t>
            </a:r>
            <a:r>
              <a:rPr lang="en-US" sz="1900" dirty="0" err="1" smtClean="0"/>
              <a:t>MixERP</a:t>
            </a:r>
            <a:r>
              <a:rPr lang="en-US" sz="1900" dirty="0" smtClean="0"/>
              <a:t> (</a:t>
            </a:r>
            <a:r>
              <a:rPr lang="en-US" sz="1900" dirty="0" err="1" smtClean="0"/>
              <a:t>HR,Manufacturing,Production,Sales</a:t>
            </a:r>
            <a:r>
              <a:rPr lang="en-US" sz="1900" dirty="0" smtClean="0"/>
              <a:t> and Purchase)</a:t>
            </a:r>
            <a:endParaRPr lang="en-US" sz="19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54424" y="216749"/>
            <a:ext cx="7533612" cy="506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Familiar Technologies and </a:t>
            </a:r>
            <a:r>
              <a:rPr lang="en-US" sz="2800" b="1" dirty="0" err="1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Appliction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64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8287" y="247341"/>
            <a:ext cx="3725131" cy="506132"/>
          </a:xfrm>
        </p:spPr>
        <p:txBody>
          <a:bodyPr/>
          <a:lstStyle/>
          <a:p>
            <a:r>
              <a:rPr lang="en-US" sz="28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Professional Skills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9727" y="753473"/>
            <a:ext cx="5467350" cy="3330847"/>
          </a:xfrm>
        </p:spPr>
        <p:txBody>
          <a:bodyPr>
            <a:noAutofit/>
          </a:bodyPr>
          <a:lstStyle/>
          <a:p>
            <a:r>
              <a:rPr lang="en-US" sz="1600" dirty="0" smtClean="0"/>
              <a:t>Extrovert</a:t>
            </a:r>
          </a:p>
          <a:p>
            <a:r>
              <a:rPr lang="en-US" sz="1600" dirty="0" smtClean="0"/>
              <a:t>Negotiating</a:t>
            </a:r>
          </a:p>
          <a:p>
            <a:r>
              <a:rPr lang="en-US" sz="1600" dirty="0" smtClean="0"/>
              <a:t>Problem Solving</a:t>
            </a:r>
          </a:p>
          <a:p>
            <a:r>
              <a:rPr lang="en-US" sz="1600" dirty="0" smtClean="0"/>
              <a:t>Leadership</a:t>
            </a:r>
          </a:p>
          <a:p>
            <a:r>
              <a:rPr lang="en-US" sz="1600" dirty="0" smtClean="0"/>
              <a:t>Team Management</a:t>
            </a:r>
          </a:p>
          <a:p>
            <a:r>
              <a:rPr lang="en-US" sz="1600" dirty="0" smtClean="0"/>
              <a:t>Communication</a:t>
            </a:r>
          </a:p>
          <a:p>
            <a:r>
              <a:rPr lang="en-US" sz="1600" dirty="0" smtClean="0"/>
              <a:t>Market Analysis</a:t>
            </a:r>
          </a:p>
          <a:p>
            <a:r>
              <a:rPr lang="en-US" sz="1600" dirty="0" smtClean="0"/>
              <a:t> Business Analysis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201247" y="636216"/>
            <a:ext cx="1038085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 smtClean="0"/>
          </a:p>
          <a:p>
            <a:r>
              <a:rPr lang="en-US" sz="1600" b="1" dirty="0" smtClean="0"/>
              <a:t>Master's Degree in Public Administration</a:t>
            </a:r>
          </a:p>
          <a:p>
            <a:r>
              <a:rPr lang="en-US" sz="1600" dirty="0" smtClean="0"/>
              <a:t>Public Administration Campus (</a:t>
            </a:r>
            <a:r>
              <a:rPr lang="en-US" sz="1600" dirty="0" err="1" smtClean="0"/>
              <a:t>Tribhuvan</a:t>
            </a:r>
            <a:r>
              <a:rPr lang="en-US" sz="1600" dirty="0" smtClean="0"/>
              <a:t> University )</a:t>
            </a:r>
          </a:p>
          <a:p>
            <a:r>
              <a:rPr lang="en-US" sz="1600" dirty="0" smtClean="0"/>
              <a:t>2023-2025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Master's Degree in Economics</a:t>
            </a:r>
          </a:p>
          <a:p>
            <a:r>
              <a:rPr lang="en-US" sz="1600" dirty="0" err="1" smtClean="0"/>
              <a:t>Ratna</a:t>
            </a:r>
            <a:r>
              <a:rPr lang="en-US" sz="1600" dirty="0" smtClean="0"/>
              <a:t> </a:t>
            </a:r>
            <a:r>
              <a:rPr lang="en-US" sz="1600" dirty="0" err="1" smtClean="0"/>
              <a:t>Rajya</a:t>
            </a:r>
            <a:r>
              <a:rPr lang="en-US" sz="1600" dirty="0" smtClean="0"/>
              <a:t> </a:t>
            </a:r>
            <a:r>
              <a:rPr lang="en-US" sz="1600" dirty="0" err="1" smtClean="0"/>
              <a:t>Laxmi</a:t>
            </a:r>
            <a:r>
              <a:rPr lang="en-US" sz="1600" dirty="0" smtClean="0"/>
              <a:t> Campus (</a:t>
            </a:r>
            <a:r>
              <a:rPr lang="en-US" sz="1600" dirty="0" err="1" smtClean="0"/>
              <a:t>Tribhuvan</a:t>
            </a:r>
            <a:r>
              <a:rPr lang="en-US" sz="1600" dirty="0" smtClean="0"/>
              <a:t> University) </a:t>
            </a:r>
          </a:p>
          <a:p>
            <a:r>
              <a:rPr lang="en-US" sz="1600" dirty="0" smtClean="0"/>
              <a:t>2019-2022</a:t>
            </a:r>
          </a:p>
          <a:p>
            <a:endParaRPr lang="en-US" sz="1600" dirty="0" smtClean="0"/>
          </a:p>
          <a:p>
            <a:r>
              <a:rPr lang="en-US" sz="1600" b="1" dirty="0" smtClean="0"/>
              <a:t>Bachelor's in Computer Information System</a:t>
            </a:r>
          </a:p>
          <a:p>
            <a:r>
              <a:rPr lang="en-US" sz="1600" dirty="0" smtClean="0"/>
              <a:t>Apex College( </a:t>
            </a:r>
            <a:r>
              <a:rPr lang="en-US" sz="1600" dirty="0" err="1" smtClean="0"/>
              <a:t>Pokhara</a:t>
            </a:r>
            <a:r>
              <a:rPr lang="en-US" sz="1600" dirty="0" smtClean="0"/>
              <a:t> University) </a:t>
            </a:r>
          </a:p>
          <a:p>
            <a:r>
              <a:rPr lang="en-US" sz="1600" dirty="0" smtClean="0"/>
              <a:t>2013-2017</a:t>
            </a:r>
          </a:p>
          <a:p>
            <a:endParaRPr lang="en-US" sz="1600" dirty="0" smtClean="0"/>
          </a:p>
          <a:p>
            <a:r>
              <a:rPr lang="en-US" sz="1600" dirty="0" smtClean="0"/>
              <a:t>Training : </a:t>
            </a:r>
            <a:r>
              <a:rPr lang="en-US" sz="1600" b="1" dirty="0" smtClean="0"/>
              <a:t>Employability Skills </a:t>
            </a:r>
            <a:r>
              <a:rPr lang="en-US" sz="1600" dirty="0" smtClean="0"/>
              <a:t>( 9th &amp; 10th </a:t>
            </a:r>
            <a:r>
              <a:rPr lang="en-US" sz="1600" dirty="0" err="1" smtClean="0"/>
              <a:t>Feb,2017</a:t>
            </a:r>
            <a:r>
              <a:rPr lang="en-US" sz="1600" dirty="0" smtClean="0"/>
              <a:t>)</a:t>
            </a:r>
          </a:p>
          <a:p>
            <a:r>
              <a:rPr lang="en-US" sz="1600" dirty="0" smtClean="0"/>
              <a:t>Workshop : </a:t>
            </a:r>
            <a:r>
              <a:rPr lang="en-US" sz="1600" b="1" dirty="0" smtClean="0"/>
              <a:t>College to Corporate </a:t>
            </a:r>
            <a:r>
              <a:rPr lang="en-US" sz="1600" dirty="0" smtClean="0"/>
              <a:t>( 15th &amp; 16th </a:t>
            </a:r>
            <a:r>
              <a:rPr lang="en-US" sz="1600" dirty="0" err="1" smtClean="0"/>
              <a:t>Aug,2017</a:t>
            </a:r>
            <a:r>
              <a:rPr lang="en-US" sz="1600" dirty="0" smtClean="0"/>
              <a:t>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01247" y="214593"/>
            <a:ext cx="3087689" cy="506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Education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07323" y="5123057"/>
            <a:ext cx="6096000" cy="12618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Languages</a:t>
            </a:r>
          </a:p>
          <a:p>
            <a:r>
              <a:rPr lang="en-US" sz="1600" dirty="0" smtClean="0"/>
              <a:t>English</a:t>
            </a:r>
          </a:p>
          <a:p>
            <a:r>
              <a:rPr lang="en-US" sz="1600" dirty="0" smtClean="0"/>
              <a:t>Nepali</a:t>
            </a:r>
          </a:p>
          <a:p>
            <a:r>
              <a:rPr lang="en-US" sz="1600" dirty="0" smtClean="0"/>
              <a:t>Hindi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2941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744" y="1080329"/>
            <a:ext cx="10143809" cy="5145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 smtClean="0"/>
              <a:t>MixERP</a:t>
            </a:r>
            <a:r>
              <a:rPr lang="en-US" b="1" dirty="0" smtClean="0"/>
              <a:t> </a:t>
            </a:r>
            <a:r>
              <a:rPr lang="en-US" b="1" dirty="0"/>
              <a:t>Business </a:t>
            </a:r>
            <a:r>
              <a:rPr lang="en-US" b="1" dirty="0" err="1"/>
              <a:t>ERP</a:t>
            </a:r>
            <a:r>
              <a:rPr lang="en-US" b="1" dirty="0"/>
              <a:t> </a:t>
            </a:r>
            <a:r>
              <a:rPr lang="en-US" b="1" dirty="0" smtClean="0"/>
              <a:t>Solution</a:t>
            </a:r>
            <a:endParaRPr lang="en-US" dirty="0"/>
          </a:p>
          <a:p>
            <a:r>
              <a:rPr lang="en-US" dirty="0"/>
              <a:t>A blend of minimalist design and powerful </a:t>
            </a:r>
            <a:r>
              <a:rPr lang="en-US" dirty="0" err="1"/>
              <a:t>ERP</a:t>
            </a:r>
            <a:r>
              <a:rPr lang="en-US" dirty="0"/>
              <a:t> apps &amp; modules and been part of the </a:t>
            </a:r>
            <a:r>
              <a:rPr lang="en-US" dirty="0" smtClean="0"/>
              <a:t>team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/>
              <a:t>Bhrikuty</a:t>
            </a:r>
            <a:r>
              <a:rPr lang="en-US" b="1" dirty="0"/>
              <a:t>- A Platform for learner</a:t>
            </a:r>
          </a:p>
          <a:p>
            <a:r>
              <a:rPr lang="en-US" dirty="0" smtClean="0"/>
              <a:t>A </a:t>
            </a:r>
            <a:r>
              <a:rPr lang="en-US" dirty="0"/>
              <a:t>content based E-learning platform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Passion </a:t>
            </a:r>
            <a:r>
              <a:rPr lang="en-US" b="1" dirty="0"/>
              <a:t>About</a:t>
            </a:r>
          </a:p>
          <a:p>
            <a:r>
              <a:rPr lang="en-US" dirty="0"/>
              <a:t>Startups, New technologies, </a:t>
            </a:r>
            <a:r>
              <a:rPr lang="en-US" dirty="0" err="1"/>
              <a:t>DeFI</a:t>
            </a:r>
            <a:r>
              <a:rPr lang="en-US" dirty="0"/>
              <a:t>(Decentralized Finance) </a:t>
            </a:r>
            <a:r>
              <a:rPr lang="en-US" dirty="0" err="1"/>
              <a:t>Blockchain</a:t>
            </a:r>
            <a:r>
              <a:rPr lang="en-US" dirty="0" smtClean="0"/>
              <a:t>, Teaching, Collaboration </a:t>
            </a:r>
            <a:r>
              <a:rPr lang="en-US" dirty="0"/>
              <a:t>and </a:t>
            </a:r>
            <a:r>
              <a:rPr lang="en-US" dirty="0" smtClean="0"/>
              <a:t>Contributions</a:t>
            </a:r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57952" y="347596"/>
            <a:ext cx="5850418" cy="5061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Most Proud of</a:t>
            </a:r>
            <a:endParaRPr lang="en-US" sz="28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26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727" y="5209146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Thankyou for screening my profile.</a:t>
            </a:r>
          </a:p>
          <a:p>
            <a:pPr marL="0" indent="0">
              <a:buNone/>
            </a:pPr>
            <a:r>
              <a:rPr lang="en-US" dirty="0" smtClean="0"/>
              <a:t>Feel free to contact me if we can contribute together in order to achieve common organizational goals.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970" y="-332511"/>
            <a:ext cx="3861030" cy="533677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63727" y="440266"/>
            <a:ext cx="71512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/>
            <a:r>
              <a:rPr lang="en-US" dirty="0" err="1"/>
              <a:t>Sanam.ctaula@gmail.Com</a:t>
            </a:r>
            <a:endParaRPr lang="en-US" dirty="0"/>
          </a:p>
          <a:p>
            <a:pPr fontAlgn="auto"/>
            <a:r>
              <a:rPr lang="en-US" dirty="0"/>
              <a:t>+9779860793050</a:t>
            </a:r>
          </a:p>
          <a:p>
            <a:pPr fontAlgn="auto"/>
            <a:r>
              <a:rPr lang="en-US" dirty="0"/>
              <a:t>LinkedIn Profile </a:t>
            </a:r>
            <a:r>
              <a:rPr lang="en-US" dirty="0">
                <a:hlinkClick r:id="rId3"/>
              </a:rPr>
              <a:t>( CLICK HERE 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44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419</TotalTime>
  <Words>795</Words>
  <Application>Microsoft Office PowerPoint</Application>
  <PresentationFormat>Widescreen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Sanam Sitoula Kathmandu,Nepal Ready to re-locate all over India </vt:lpstr>
      <vt:lpstr>Summary</vt:lpstr>
      <vt:lpstr>PowerPoint Presentation</vt:lpstr>
      <vt:lpstr>PowerPoint Presentation</vt:lpstr>
      <vt:lpstr>PowerPoint Presentation</vt:lpstr>
      <vt:lpstr>Work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Professional Skills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Sanam Sitoula Ready to locate all over india</dc:title>
  <dc:creator>user</dc:creator>
  <cp:lastModifiedBy>user</cp:lastModifiedBy>
  <cp:revision>100</cp:revision>
  <dcterms:created xsi:type="dcterms:W3CDTF">2023-08-23T08:55:52Z</dcterms:created>
  <dcterms:modified xsi:type="dcterms:W3CDTF">2026-03-26T05:28:05Z</dcterms:modified>
</cp:coreProperties>
</file>